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A63597-FA99-440C-887D-33C8C9BA6576}" v="9" dt="2024-01-22T23:03:05.5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-1232" y="-1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 Heibig" userId="7187a0dd90d06a44" providerId="LiveId" clId="{F2A63597-FA99-440C-887D-33C8C9BA6576}"/>
    <pc:docChg chg="undo custSel modSld">
      <pc:chgData name="Jean Heibig" userId="7187a0dd90d06a44" providerId="LiveId" clId="{F2A63597-FA99-440C-887D-33C8C9BA6576}" dt="2024-01-22T23:03:17.566" v="202" actId="1076"/>
      <pc:docMkLst>
        <pc:docMk/>
      </pc:docMkLst>
      <pc:sldChg chg="addSp modSp mod">
        <pc:chgData name="Jean Heibig" userId="7187a0dd90d06a44" providerId="LiveId" clId="{F2A63597-FA99-440C-887D-33C8C9BA6576}" dt="2024-01-22T23:03:17.566" v="202" actId="1076"/>
        <pc:sldMkLst>
          <pc:docMk/>
          <pc:sldMk cId="558338408" sldId="256"/>
        </pc:sldMkLst>
        <pc:picChg chg="add 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3" creationId="{DFE44D4A-E5A5-105B-9AF2-8B930A94038A}"/>
          </ac:picMkLst>
        </pc:picChg>
        <pc:picChg chg="add mod modCrop">
          <ac:chgData name="Jean Heibig" userId="7187a0dd90d06a44" providerId="LiveId" clId="{F2A63597-FA99-440C-887D-33C8C9BA6576}" dt="2024-01-22T23:01:27.191" v="183" actId="1076"/>
          <ac:picMkLst>
            <pc:docMk/>
            <pc:sldMk cId="558338408" sldId="256"/>
            <ac:picMk id="4" creationId="{4D2D7F54-EAEC-3E1E-04E2-617B5292DE73}"/>
          </ac:picMkLst>
        </pc:picChg>
        <pc:picChg chg="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5" creationId="{B3563109-426E-81C2-F35B-A5CC5784E2DC}"/>
          </ac:picMkLst>
        </pc:picChg>
        <pc:picChg chg="add 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6" creationId="{3EF70817-6304-0484-60D1-34D23A97880B}"/>
          </ac:picMkLst>
        </pc:picChg>
        <pc:picChg chg="mod modCrop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7" creationId="{F0C93768-2992-C66A-26E9-16DC23FA31E9}"/>
          </ac:picMkLst>
        </pc:picChg>
        <pc:picChg chg="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9" creationId="{D7994E33-BA7D-B73F-F024-6B1F3237313A}"/>
          </ac:picMkLst>
        </pc:picChg>
        <pc:picChg chg="add 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10" creationId="{068AA1DC-3507-ADBC-5D99-3BB98F899DF8}"/>
          </ac:picMkLst>
        </pc:picChg>
        <pc:picChg chg="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11" creationId="{3F80AF9C-AA7C-45B3-FDF1-85D33CE8B275}"/>
          </ac:picMkLst>
        </pc:picChg>
        <pc:picChg chg="add mod modCrop">
          <ac:chgData name="Jean Heibig" userId="7187a0dd90d06a44" providerId="LiveId" clId="{F2A63597-FA99-440C-887D-33C8C9BA6576}" dt="2024-01-22T22:59:33.104" v="168" actId="1076"/>
          <ac:picMkLst>
            <pc:docMk/>
            <pc:sldMk cId="558338408" sldId="256"/>
            <ac:picMk id="12" creationId="{AF94E90A-9B01-07B7-A155-24BBDA261432}"/>
          </ac:picMkLst>
        </pc:picChg>
        <pc:picChg chg="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13" creationId="{1466D12F-B0A5-93D0-B78D-A7264C0D0780}"/>
          </ac:picMkLst>
        </pc:picChg>
        <pc:picChg chg="add 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14" creationId="{5790B238-AF24-B60E-6AFB-90FDB36D965D}"/>
          </ac:picMkLst>
        </pc:picChg>
        <pc:picChg chg="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15" creationId="{02D8D20F-FE83-E3E7-7C85-C18187EAB338}"/>
          </ac:picMkLst>
        </pc:picChg>
        <pc:picChg chg="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17" creationId="{105CDAEA-58AA-EF14-59B5-4DD633EBF101}"/>
          </ac:picMkLst>
        </pc:picChg>
        <pc:picChg chg="add mod">
          <ac:chgData name="Jean Heibig" userId="7187a0dd90d06a44" providerId="LiveId" clId="{F2A63597-FA99-440C-887D-33C8C9BA6576}" dt="2024-01-22T22:59:58.102" v="173" actId="1076"/>
          <ac:picMkLst>
            <pc:docMk/>
            <pc:sldMk cId="558338408" sldId="256"/>
            <ac:picMk id="18" creationId="{374A0512-A165-39F1-23C4-3D0424343BF6}"/>
          </ac:picMkLst>
        </pc:picChg>
        <pc:picChg chg="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19" creationId="{66B9B9C3-C925-3580-2534-1D96CEC9B33F}"/>
          </ac:picMkLst>
        </pc:picChg>
        <pc:picChg chg="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21" creationId="{AFE4B2B9-DB94-779B-1FB1-4E52640DC76D}"/>
          </ac:picMkLst>
        </pc:picChg>
        <pc:picChg chg="add mod">
          <ac:chgData name="Jean Heibig" userId="7187a0dd90d06a44" providerId="LiveId" clId="{F2A63597-FA99-440C-887D-33C8C9BA6576}" dt="2024-01-22T23:02:15.710" v="195" actId="1076"/>
          <ac:picMkLst>
            <pc:docMk/>
            <pc:sldMk cId="558338408" sldId="256"/>
            <ac:picMk id="22" creationId="{DB07D05F-392F-9E74-7CCA-6182CD8D2255}"/>
          </ac:picMkLst>
        </pc:picChg>
        <pc:picChg chg="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23" creationId="{7FE030E0-A02C-07E8-52BE-53B949EB6483}"/>
          </ac:picMkLst>
        </pc:picChg>
        <pc:picChg chg="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25" creationId="{693A0EB5-A9A4-21B4-BACD-01532BF12645}"/>
          </ac:picMkLst>
        </pc:picChg>
        <pc:picChg chg="add mod">
          <ac:chgData name="Jean Heibig" userId="7187a0dd90d06a44" providerId="LiveId" clId="{F2A63597-FA99-440C-887D-33C8C9BA6576}" dt="2024-01-22T23:01:31.702" v="184" actId="1076"/>
          <ac:picMkLst>
            <pc:docMk/>
            <pc:sldMk cId="558338408" sldId="256"/>
            <ac:picMk id="26" creationId="{0D161BB5-1953-FFD9-E157-239E2B65A4F0}"/>
          </ac:picMkLst>
        </pc:picChg>
        <pc:picChg chg="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27" creationId="{3F630FE4-2052-F60B-F21F-FB5EC4F64139}"/>
          </ac:picMkLst>
        </pc:picChg>
        <pc:picChg chg="mod">
          <ac:chgData name="Jean Heibig" userId="7187a0dd90d06a44" providerId="LiveId" clId="{F2A63597-FA99-440C-887D-33C8C9BA6576}" dt="2024-01-22T22:58:24.077" v="159" actId="1035"/>
          <ac:picMkLst>
            <pc:docMk/>
            <pc:sldMk cId="558338408" sldId="256"/>
            <ac:picMk id="29" creationId="{154FE16D-5DE1-DA89-871B-024A5BF03D80}"/>
          </ac:picMkLst>
        </pc:picChg>
        <pc:picChg chg="add mod">
          <ac:chgData name="Jean Heibig" userId="7187a0dd90d06a44" providerId="LiveId" clId="{F2A63597-FA99-440C-887D-33C8C9BA6576}" dt="2024-01-22T23:02:36.998" v="197" actId="1076"/>
          <ac:picMkLst>
            <pc:docMk/>
            <pc:sldMk cId="558338408" sldId="256"/>
            <ac:picMk id="30" creationId="{16E3874D-FED8-B7E0-F708-AFBDE0475E63}"/>
          </ac:picMkLst>
        </pc:picChg>
        <pc:picChg chg="add mod">
          <ac:chgData name="Jean Heibig" userId="7187a0dd90d06a44" providerId="LiveId" clId="{F2A63597-FA99-440C-887D-33C8C9BA6576}" dt="2024-01-22T23:03:17.566" v="202" actId="1076"/>
          <ac:picMkLst>
            <pc:docMk/>
            <pc:sldMk cId="558338408" sldId="256"/>
            <ac:picMk id="32" creationId="{33B79F9A-D0C0-0B82-47EA-99765C4255A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67462"/>
            <a:ext cx="10363200" cy="37599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72376"/>
            <a:ext cx="9144000" cy="260744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DCCE-F620-42DD-BFA4-5D4660866D10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DC8C-F1ED-47BD-AC6F-4F514DE28A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600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DCCE-F620-42DD-BFA4-5D4660866D10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DC8C-F1ED-47BD-AC6F-4F514DE28A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99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92444"/>
            <a:ext cx="10515600" cy="449240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227345"/>
            <a:ext cx="10515600" cy="236244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DCCE-F620-42DD-BFA4-5D4660866D10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DC8C-F1ED-47BD-AC6F-4F514DE28A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600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874937"/>
            <a:ext cx="5181600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874937"/>
            <a:ext cx="5181600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DCCE-F620-42DD-BFA4-5D4660866D10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DC8C-F1ED-47BD-AC6F-4F514DE28A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2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4990"/>
            <a:ext cx="10515600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47443"/>
            <a:ext cx="5157787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944914"/>
            <a:ext cx="5157787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47443"/>
            <a:ext cx="5183188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944914"/>
            <a:ext cx="5183188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DCCE-F620-42DD-BFA4-5D4660866D10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DC8C-F1ED-47BD-AC6F-4F514DE28A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751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DCCE-F620-42DD-BFA4-5D4660866D10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DC8C-F1ED-47BD-AC6F-4F514DE28A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10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DCCE-F620-42DD-BFA4-5D4660866D10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DC8C-F1ED-47BD-AC6F-4F514DE28A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60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54968"/>
            <a:ext cx="6172200" cy="767483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DCCE-F620-42DD-BFA4-5D4660866D10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DC8C-F1ED-47BD-AC6F-4F514DE28A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65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54968"/>
            <a:ext cx="6172200" cy="767483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DCCE-F620-42DD-BFA4-5D4660866D10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DC8C-F1ED-47BD-AC6F-4F514DE28A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14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DCCE-F620-42DD-BFA4-5D4660866D10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DC8C-F1ED-47BD-AC6F-4F514DE28A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44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74987"/>
            <a:ext cx="2628900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74987"/>
            <a:ext cx="7734300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DCCE-F620-42DD-BFA4-5D4660866D10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DC8C-F1ED-47BD-AC6F-4F514DE28A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56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74990"/>
            <a:ext cx="1051560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874937"/>
            <a:ext cx="1051560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CDCCE-F620-42DD-BFA4-5D4660866D10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009783"/>
            <a:ext cx="41148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0DC8C-F1ED-47BD-AC6F-4F514DE28A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67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png"/><Relationship Id="rId3" Type="http://schemas.openxmlformats.org/officeDocument/2006/relationships/image" Target="../media/image2.jpg"/><Relationship Id="rId21" Type="http://schemas.openxmlformats.org/officeDocument/2006/relationships/image" Target="../media/image20.pn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23.png"/><Relationship Id="rId5" Type="http://schemas.openxmlformats.org/officeDocument/2006/relationships/image" Target="../media/image4.jp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10" Type="http://schemas.openxmlformats.org/officeDocument/2006/relationships/image" Target="../media/image9.jpg"/><Relationship Id="rId19" Type="http://schemas.openxmlformats.org/officeDocument/2006/relationships/image" Target="../media/image18.pn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and blue design&#10;&#10;Description automatically generated">
            <a:extLst>
              <a:ext uri="{FF2B5EF4-FFF2-40B4-BE49-F238E27FC236}">
                <a16:creationId xmlns:a16="http://schemas.microsoft.com/office/drawing/2014/main" id="{B3563109-426E-81C2-F35B-A5CC5784E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51" y="688191"/>
            <a:ext cx="1427728" cy="720000"/>
          </a:xfrm>
          <a:prstGeom prst="rect">
            <a:avLst/>
          </a:prstGeom>
        </p:spPr>
      </p:pic>
      <p:pic>
        <p:nvPicPr>
          <p:cNvPr id="7" name="Picture 6" descr="A blue and white logo&#10;&#10;Description automatically generated">
            <a:extLst>
              <a:ext uri="{FF2B5EF4-FFF2-40B4-BE49-F238E27FC236}">
                <a16:creationId xmlns:a16="http://schemas.microsoft.com/office/drawing/2014/main" id="{F0C93768-2992-C66A-26E9-16DC23FA31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0" t="20371" r="17845" b="19657"/>
          <a:stretch/>
        </p:blipFill>
        <p:spPr>
          <a:xfrm>
            <a:off x="2704140" y="1728959"/>
            <a:ext cx="783531" cy="720000"/>
          </a:xfrm>
          <a:prstGeom prst="rect">
            <a:avLst/>
          </a:prstGeom>
        </p:spPr>
      </p:pic>
      <p:pic>
        <p:nvPicPr>
          <p:cNvPr id="9" name="Picture 8" descr="A logo with blue and purple cubes&#10;&#10;Description automatically generated">
            <a:extLst>
              <a:ext uri="{FF2B5EF4-FFF2-40B4-BE49-F238E27FC236}">
                <a16:creationId xmlns:a16="http://schemas.microsoft.com/office/drawing/2014/main" id="{D7994E33-BA7D-B73F-F024-6B1F32373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278" y="1728959"/>
            <a:ext cx="720000" cy="720000"/>
          </a:xfrm>
          <a:prstGeom prst="rect">
            <a:avLst/>
          </a:prstGeom>
        </p:spPr>
      </p:pic>
      <p:pic>
        <p:nvPicPr>
          <p:cNvPr id="11" name="Picture 10" descr="A logo for a company&#10;&#10;Description automatically generated">
            <a:extLst>
              <a:ext uri="{FF2B5EF4-FFF2-40B4-BE49-F238E27FC236}">
                <a16:creationId xmlns:a16="http://schemas.microsoft.com/office/drawing/2014/main" id="{3F80AF9C-AA7C-45B3-FDF1-85D33CE8B2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788" y="688191"/>
            <a:ext cx="1018285" cy="720000"/>
          </a:xfrm>
          <a:prstGeom prst="rect">
            <a:avLst/>
          </a:prstGeom>
        </p:spPr>
      </p:pic>
      <p:pic>
        <p:nvPicPr>
          <p:cNvPr id="13" name="Picture 12" descr="A logo with a hexagon and a letter&#10;&#10;Description automatically generated">
            <a:extLst>
              <a:ext uri="{FF2B5EF4-FFF2-40B4-BE49-F238E27FC236}">
                <a16:creationId xmlns:a16="http://schemas.microsoft.com/office/drawing/2014/main" id="{1466D12F-B0A5-93D0-B78D-A7264C0D07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43" y="1728959"/>
            <a:ext cx="1631688" cy="720000"/>
          </a:xfrm>
          <a:prstGeom prst="rect">
            <a:avLst/>
          </a:prstGeom>
        </p:spPr>
      </p:pic>
      <p:pic>
        <p:nvPicPr>
          <p:cNvPr id="15" name="Picture 14" descr="A brown sign with white text&#10;&#10;Description automatically generated">
            <a:extLst>
              <a:ext uri="{FF2B5EF4-FFF2-40B4-BE49-F238E27FC236}">
                <a16:creationId xmlns:a16="http://schemas.microsoft.com/office/drawing/2014/main" id="{02D8D20F-FE83-E3E7-7C85-C18187EAB3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43" y="688191"/>
            <a:ext cx="720000" cy="720000"/>
          </a:xfrm>
          <a:prstGeom prst="rect">
            <a:avLst/>
          </a:prstGeom>
        </p:spPr>
      </p:pic>
      <p:pic>
        <p:nvPicPr>
          <p:cNvPr id="17" name="Picture 16" descr="A white background with purple text&#10;&#10;Description automatically generated">
            <a:extLst>
              <a:ext uri="{FF2B5EF4-FFF2-40B4-BE49-F238E27FC236}">
                <a16:creationId xmlns:a16="http://schemas.microsoft.com/office/drawing/2014/main" id="{105CDAEA-58AA-EF14-59B5-4DD633EBF1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887" y="1728959"/>
            <a:ext cx="1839417" cy="720000"/>
          </a:xfrm>
          <a:prstGeom prst="rect">
            <a:avLst/>
          </a:prstGeom>
        </p:spPr>
      </p:pic>
      <p:pic>
        <p:nvPicPr>
          <p:cNvPr id="19" name="Picture 18" descr="A red square with white text&#10;&#10;Description automatically generated">
            <a:extLst>
              <a:ext uri="{FF2B5EF4-FFF2-40B4-BE49-F238E27FC236}">
                <a16:creationId xmlns:a16="http://schemas.microsoft.com/office/drawing/2014/main" id="{66B9B9C3-C925-3580-2534-1D96CEC9B3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626" y="3036393"/>
            <a:ext cx="720000" cy="720000"/>
          </a:xfrm>
          <a:prstGeom prst="rect">
            <a:avLst/>
          </a:prstGeom>
        </p:spPr>
      </p:pic>
      <p:pic>
        <p:nvPicPr>
          <p:cNvPr id="21" name="Picture 20" descr="A blue and black logo&#10;&#10;Description automatically generated">
            <a:extLst>
              <a:ext uri="{FF2B5EF4-FFF2-40B4-BE49-F238E27FC236}">
                <a16:creationId xmlns:a16="http://schemas.microsoft.com/office/drawing/2014/main" id="{AFE4B2B9-DB94-779B-1FB1-4E52640DC7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848" y="3036393"/>
            <a:ext cx="1154924" cy="720000"/>
          </a:xfrm>
          <a:prstGeom prst="rect">
            <a:avLst/>
          </a:prstGeom>
        </p:spPr>
      </p:pic>
      <p:pic>
        <p:nvPicPr>
          <p:cNvPr id="23" name="Picture 22" descr="A blue circle with white text&#10;&#10;Description automatically generated">
            <a:extLst>
              <a:ext uri="{FF2B5EF4-FFF2-40B4-BE49-F238E27FC236}">
                <a16:creationId xmlns:a16="http://schemas.microsoft.com/office/drawing/2014/main" id="{7FE030E0-A02C-07E8-52BE-53B949EB64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51" y="3036393"/>
            <a:ext cx="720000" cy="720000"/>
          </a:xfrm>
          <a:prstGeom prst="rect">
            <a:avLst/>
          </a:prstGeom>
        </p:spPr>
      </p:pic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693A0EB5-A9A4-21B4-BACD-01532BF126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680" y="688191"/>
            <a:ext cx="1110448" cy="720000"/>
          </a:xfrm>
          <a:prstGeom prst="rect">
            <a:avLst/>
          </a:prstGeom>
        </p:spPr>
      </p:pic>
      <p:pic>
        <p:nvPicPr>
          <p:cNvPr id="27" name="Picture 26" descr="A yellow and black logo&#10;&#10;Description automatically generated">
            <a:extLst>
              <a:ext uri="{FF2B5EF4-FFF2-40B4-BE49-F238E27FC236}">
                <a16:creationId xmlns:a16="http://schemas.microsoft.com/office/drawing/2014/main" id="{3F630FE4-2052-F60B-F21F-FB5EC4F641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929" y="3036393"/>
            <a:ext cx="1101600" cy="720000"/>
          </a:xfrm>
          <a:prstGeom prst="rect">
            <a:avLst/>
          </a:prstGeom>
        </p:spPr>
      </p:pic>
      <p:pic>
        <p:nvPicPr>
          <p:cNvPr id="29" name="Picture 28" descr="A blue x with white text&#10;&#10;Description automatically generated">
            <a:extLst>
              <a:ext uri="{FF2B5EF4-FFF2-40B4-BE49-F238E27FC236}">
                <a16:creationId xmlns:a16="http://schemas.microsoft.com/office/drawing/2014/main" id="{154FE16D-5DE1-DA89-871B-024A5BF03D8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43" y="2769728"/>
            <a:ext cx="720000" cy="1253333"/>
          </a:xfrm>
          <a:prstGeom prst="rect">
            <a:avLst/>
          </a:prstGeom>
        </p:spPr>
      </p:pic>
      <p:pic>
        <p:nvPicPr>
          <p:cNvPr id="3" name="Picture 2" descr="A logo with text on it&#10;&#10;Description automatically generated">
            <a:extLst>
              <a:ext uri="{FF2B5EF4-FFF2-40B4-BE49-F238E27FC236}">
                <a16:creationId xmlns:a16="http://schemas.microsoft.com/office/drawing/2014/main" id="{DFE44D4A-E5A5-105B-9AF2-8B930A9403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793" y="4343827"/>
            <a:ext cx="997895" cy="720000"/>
          </a:xfrm>
          <a:prstGeom prst="rect">
            <a:avLst/>
          </a:prstGeom>
        </p:spPr>
      </p:pic>
      <p:pic>
        <p:nvPicPr>
          <p:cNvPr id="6" name="Picture 5" descr="A logo with blue and green leaves&#10;&#10;Description automatically generated">
            <a:extLst>
              <a:ext uri="{FF2B5EF4-FFF2-40B4-BE49-F238E27FC236}">
                <a16:creationId xmlns:a16="http://schemas.microsoft.com/office/drawing/2014/main" id="{3EF70817-6304-0484-60D1-34D23A97880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083" y="4343827"/>
            <a:ext cx="973390" cy="720000"/>
          </a:xfrm>
          <a:prstGeom prst="rect">
            <a:avLst/>
          </a:prstGeom>
        </p:spPr>
      </p:pic>
      <p:pic>
        <p:nvPicPr>
          <p:cNvPr id="10" name="Picture 9" descr="A logo for a school&#10;&#10;Description automatically generated">
            <a:extLst>
              <a:ext uri="{FF2B5EF4-FFF2-40B4-BE49-F238E27FC236}">
                <a16:creationId xmlns:a16="http://schemas.microsoft.com/office/drawing/2014/main" id="{068AA1DC-3507-ADBC-5D99-3BB98F899DF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162" y="4343827"/>
            <a:ext cx="650602" cy="720000"/>
          </a:xfrm>
          <a:prstGeom prst="rect">
            <a:avLst/>
          </a:prstGeom>
        </p:spPr>
      </p:pic>
      <p:pic>
        <p:nvPicPr>
          <p:cNvPr id="14" name="Picture 13" descr="A blue circle with black text&#10;&#10;Description automatically generated">
            <a:extLst>
              <a:ext uri="{FF2B5EF4-FFF2-40B4-BE49-F238E27FC236}">
                <a16:creationId xmlns:a16="http://schemas.microsoft.com/office/drawing/2014/main" id="{5790B238-AF24-B60E-6AFB-90FDB36D965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43" y="4343827"/>
            <a:ext cx="720000" cy="720000"/>
          </a:xfrm>
          <a:prstGeom prst="rect">
            <a:avLst/>
          </a:prstGeom>
        </p:spPr>
      </p:pic>
      <p:pic>
        <p:nvPicPr>
          <p:cNvPr id="4" name="Picture 3" descr="A blue rectangular sign with white text&#10;&#10;Description automatically generated">
            <a:extLst>
              <a:ext uri="{FF2B5EF4-FFF2-40B4-BE49-F238E27FC236}">
                <a16:creationId xmlns:a16="http://schemas.microsoft.com/office/drawing/2014/main" id="{4D2D7F54-EAEC-3E1E-04E2-617B5292DE73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6" t="17536" b="18356"/>
          <a:stretch/>
        </p:blipFill>
        <p:spPr>
          <a:xfrm>
            <a:off x="566571" y="6440647"/>
            <a:ext cx="2149245" cy="720000"/>
          </a:xfrm>
          <a:prstGeom prst="rect">
            <a:avLst/>
          </a:prstGeom>
        </p:spPr>
      </p:pic>
      <p:pic>
        <p:nvPicPr>
          <p:cNvPr id="12" name="Picture 11" descr="A blue triangle with white text&#10;&#10;Description automatically generated">
            <a:extLst>
              <a:ext uri="{FF2B5EF4-FFF2-40B4-BE49-F238E27FC236}">
                <a16:creationId xmlns:a16="http://schemas.microsoft.com/office/drawing/2014/main" id="{AF94E90A-9B01-07B7-A155-24BBDA26143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7" r="11450"/>
          <a:stretch/>
        </p:blipFill>
        <p:spPr>
          <a:xfrm>
            <a:off x="562843" y="5384593"/>
            <a:ext cx="997895" cy="720000"/>
          </a:xfrm>
          <a:prstGeom prst="rect">
            <a:avLst/>
          </a:prstGeom>
        </p:spPr>
      </p:pic>
      <p:pic>
        <p:nvPicPr>
          <p:cNvPr id="18" name="Picture 17" descr="A black and yellow logo&#10;&#10;Description automatically generated">
            <a:extLst>
              <a:ext uri="{FF2B5EF4-FFF2-40B4-BE49-F238E27FC236}">
                <a16:creationId xmlns:a16="http://schemas.microsoft.com/office/drawing/2014/main" id="{374A0512-A165-39F1-23C4-3D0424343BF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101" y="5399881"/>
            <a:ext cx="1765964" cy="720000"/>
          </a:xfrm>
          <a:prstGeom prst="rect">
            <a:avLst/>
          </a:prstGeom>
        </p:spPr>
      </p:pic>
      <p:pic>
        <p:nvPicPr>
          <p:cNvPr id="22" name="Picture 21" descr="A logo with colorful letters&#10;&#10;Description automatically generated with medium confidence">
            <a:extLst>
              <a:ext uri="{FF2B5EF4-FFF2-40B4-BE49-F238E27FC236}">
                <a16:creationId xmlns:a16="http://schemas.microsoft.com/office/drawing/2014/main" id="{DB07D05F-392F-9E74-7CCA-6182CD8D22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179" y="6425359"/>
            <a:ext cx="1506195" cy="720000"/>
          </a:xfrm>
          <a:prstGeom prst="rect">
            <a:avLst/>
          </a:prstGeom>
        </p:spPr>
      </p:pic>
      <p:pic>
        <p:nvPicPr>
          <p:cNvPr id="26" name="Picture 25" descr="A logo for a construction company&#10;&#10;Description automatically generated">
            <a:extLst>
              <a:ext uri="{FF2B5EF4-FFF2-40B4-BE49-F238E27FC236}">
                <a16:creationId xmlns:a16="http://schemas.microsoft.com/office/drawing/2014/main" id="{0D161BB5-1953-FFD9-E157-239E2B65A4F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428" y="5399881"/>
            <a:ext cx="1059876" cy="720000"/>
          </a:xfrm>
          <a:prstGeom prst="rect">
            <a:avLst/>
          </a:prstGeom>
        </p:spPr>
      </p:pic>
      <p:pic>
        <p:nvPicPr>
          <p:cNvPr id="30" name="Picture 29" descr="A close-up of a logo&#10;&#10;Description automatically generated">
            <a:extLst>
              <a:ext uri="{FF2B5EF4-FFF2-40B4-BE49-F238E27FC236}">
                <a16:creationId xmlns:a16="http://schemas.microsoft.com/office/drawing/2014/main" id="{16E3874D-FED8-B7E0-F708-AFBDE0475E6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08" y="4343827"/>
            <a:ext cx="1080000" cy="720000"/>
          </a:xfrm>
          <a:prstGeom prst="rect">
            <a:avLst/>
          </a:prstGeom>
        </p:spPr>
      </p:pic>
      <p:pic>
        <p:nvPicPr>
          <p:cNvPr id="32" name="Picture 31" descr="A logo with blue text&#10;&#10;Description automatically generated">
            <a:extLst>
              <a:ext uri="{FF2B5EF4-FFF2-40B4-BE49-F238E27FC236}">
                <a16:creationId xmlns:a16="http://schemas.microsoft.com/office/drawing/2014/main" id="{33B79F9A-D0C0-0B82-47EA-99765C4255A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887" y="6440647"/>
            <a:ext cx="134117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38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 Heibig</dc:creator>
  <cp:lastModifiedBy>Jean Heibig</cp:lastModifiedBy>
  <cp:revision>1</cp:revision>
  <dcterms:created xsi:type="dcterms:W3CDTF">2024-01-10T21:41:25Z</dcterms:created>
  <dcterms:modified xsi:type="dcterms:W3CDTF">2024-01-22T23:03:26Z</dcterms:modified>
</cp:coreProperties>
</file>